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lice" panose="020B0604020202020204" charset="0"/>
      <p:regular r:id="rId12"/>
    </p:embeddedFont>
    <p:embeddedFont>
      <p:font typeface="Lora" panose="020F05020202040302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732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8878"/>
            <a:ext cx="10744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AI-Based Doctor Recommendation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Ashutosh Srivastava  |  MCA (AI &amp; DS)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414707"/>
            <a:ext cx="1695331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2482691"/>
            <a:ext cx="1423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9316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This System?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9806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AI-powered tool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that recommends the right doctor based on your symptoms — instantly.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4605695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4598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Smart Matching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30906" y="508908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Analyzes symptoms to find the best specialist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0903" y="4605695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3008" y="4598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Saves Time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973008" y="508908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guessing, no confusion — quick results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3006" y="4605695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45986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For Everyone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5111" y="508908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Simple to use, no medical knowledge needed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493050"/>
            <a:ext cx="2266355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2561034"/>
            <a:ext cx="19941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010019"/>
            <a:ext cx="67601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 We're Solving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4058960"/>
            <a:ext cx="4196358" cy="1677472"/>
          </a:xfrm>
          <a:prstGeom prst="roundRect">
            <a:avLst>
              <a:gd name="adj" fmla="val 202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20604" y="4285774"/>
            <a:ext cx="296703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❓</a:t>
            </a: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Wrong Doctor Visits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478381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Patients consult the wrong specialist, wasting time and money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058960"/>
            <a:ext cx="4196358" cy="1677472"/>
          </a:xfrm>
          <a:prstGeom prst="roundRect">
            <a:avLst>
              <a:gd name="adj" fmla="val 202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43776" y="4285774"/>
            <a:ext cx="2838926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⏳</a:t>
            </a: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Delayed Treatment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3776" y="478381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 knowing where to go leads to dangerous delays in care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058960"/>
            <a:ext cx="4196358" cy="1677472"/>
          </a:xfrm>
          <a:prstGeom prst="roundRect">
            <a:avLst>
              <a:gd name="adj" fmla="val 202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66948" y="4285774"/>
            <a:ext cx="287035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😕</a:t>
            </a: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Confusion &amp; Stress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66948" y="478381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 many specializations make the choice overwhelming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37724"/>
            <a:ext cx="1342430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905708"/>
            <a:ext cx="10702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54693"/>
            <a:ext cx="74835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This System Aims to Do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74379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3790" y="2713315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540" y="24036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86319" y="247346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084" y="3310771"/>
            <a:ext cx="37716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Recommend the Right Doctor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084" y="380118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Match symptoms to the most suitable medical specialization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2743795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28548" y="2713315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293480" y="24036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521077" y="249507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85842" y="3310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Save Patient Time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85842" y="380118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Instant results — no long waits or multiple consultations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351264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3790" y="5320784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35395" y="50698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61614" y="51812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51084" y="5918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Improve Decisions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084" y="640865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Data-driven suggestions reduce human error and guesswork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351264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428548" y="5320784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292298" y="50111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533336" y="510254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685842" y="5918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Easy Access for All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85842" y="640865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Designed to be simple for anyone, anywhere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14594"/>
            <a:ext cx="2243138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582579"/>
            <a:ext cx="19709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31563"/>
            <a:ext cx="56748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Built With These Tools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080504"/>
            <a:ext cx="453628" cy="453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817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Python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308038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programming language for the entire system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080504"/>
            <a:ext cx="453628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38176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430803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Trains models to predict the right doctor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24569"/>
            <a:ext cx="453628" cy="453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5861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Dataset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93790" y="635210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Symptoms &amp; disease records used for training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24569"/>
            <a:ext cx="453628" cy="4536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56884" y="58616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Libraries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456884" y="635210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Pandas, Scikit-learn, NumPy &amp; more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1754"/>
            <a:ext cx="1666518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769739"/>
            <a:ext cx="139434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187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System Workflow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2267664"/>
            <a:ext cx="10142696" cy="464200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1188" y="3426649"/>
            <a:ext cx="652132" cy="652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10178" y="5623929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Recommend Doctor</a:t>
            </a:r>
            <a:endParaRPr lang="en-US" sz="2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427872"/>
            <a:ext cx="652132" cy="6521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10329" y="5623929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Predict Disease</a:t>
            </a:r>
            <a:endParaRPr lang="en-US" sz="2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964" y="3427872"/>
            <a:ext cx="652133" cy="6521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23523" y="5807342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Process Input</a:t>
            </a:r>
            <a:endParaRPr lang="en-US" sz="2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7115" y="3427872"/>
            <a:ext cx="652133" cy="65213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784546" y="5623929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Enter Symptoms</a:t>
            </a:r>
            <a:endParaRPr lang="en-US" sz="2300" dirty="0"/>
          </a:p>
        </p:txBody>
      </p:sp>
      <p:sp>
        <p:nvSpPr>
          <p:cNvPr id="14" name="Text 7"/>
          <p:cNvSpPr/>
          <p:nvPr/>
        </p:nvSpPr>
        <p:spPr>
          <a:xfrm>
            <a:off x="793790" y="71648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entire process happens in seconds — from symptom input to doctor recommendation.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43232"/>
            <a:ext cx="1574721" cy="426244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2111216"/>
            <a:ext cx="13025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5602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Users Love It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609142"/>
            <a:ext cx="3090505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20604" y="383595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4023003"/>
            <a:ext cx="306110" cy="306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0604" y="4743212"/>
            <a:ext cx="2636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Fast Results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5233630"/>
            <a:ext cx="26368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Recommendations in seconds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111109" y="3609142"/>
            <a:ext cx="309062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37923" y="383595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5089" y="4023003"/>
            <a:ext cx="306110" cy="306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37923" y="4743212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Easy to Use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337923" y="5233630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tech knowledge required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428548" y="3609142"/>
            <a:ext cx="309062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655362" y="383595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2528" y="4023003"/>
            <a:ext cx="306110" cy="306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55362" y="4743212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Accurate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655362" y="5233630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ML-trained for reliable output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10745986" y="3609142"/>
            <a:ext cx="309062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0972800" y="383595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9966" y="4023003"/>
            <a:ext cx="306110" cy="3061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0" y="4743212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Patient-Centered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10972800" y="5233630"/>
            <a:ext cx="26369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Designed with real needs in mind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596384"/>
            <a:ext cx="2873216" cy="391001"/>
          </a:xfrm>
          <a:prstGeom prst="roundRect">
            <a:avLst>
              <a:gd name="adj" fmla="val 6526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71776" y="660083"/>
            <a:ext cx="2618184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4260" y="1067038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What's Next?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44260" y="222980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Summary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44260" y="2761417"/>
            <a:ext cx="631162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working AI system that recommends doctors from user symptoms — fast, simple, and accurate.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4260" y="3644741"/>
            <a:ext cx="6311622" cy="1197173"/>
          </a:xfrm>
          <a:prstGeom prst="roundRect">
            <a:avLst>
              <a:gd name="adj" fmla="val 266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05" y="3960614"/>
            <a:ext cx="265748" cy="21264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298" y="3897154"/>
            <a:ext cx="5407938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with Python &amp; ML. Trained on real symptom-disease data.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44260" y="506610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Scan to View Project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744260" y="5597723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📱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GitHub Repo QR Code — scan to explore the code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44260" y="6154221"/>
            <a:ext cx="6311622" cy="114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7794784" y="2573655"/>
            <a:ext cx="212646" cy="967383"/>
          </a:xfrm>
          <a:prstGeom prst="roundRect">
            <a:avLst>
              <a:gd name="adj" fmla="val 1500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582138" y="2433995"/>
            <a:ext cx="637937" cy="637937"/>
          </a:xfrm>
          <a:prstGeom prst="roundRect">
            <a:avLst>
              <a:gd name="adj" fmla="val 71669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1563" y="2593419"/>
            <a:ext cx="318968" cy="3189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19386" y="246733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Data</a:t>
            </a:r>
            <a:endParaRPr lang="en-US" sz="2050" dirty="0"/>
          </a:p>
        </p:txBody>
      </p:sp>
      <p:sp>
        <p:nvSpPr>
          <p:cNvPr id="19" name="Text 15"/>
          <p:cNvSpPr/>
          <p:nvPr/>
        </p:nvSpPr>
        <p:spPr>
          <a:xfrm>
            <a:off x="8419386" y="2998946"/>
            <a:ext cx="5474375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 live hospital &amp; patient records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8113752" y="4059436"/>
            <a:ext cx="212646" cy="967383"/>
          </a:xfrm>
          <a:prstGeom prst="roundRect">
            <a:avLst>
              <a:gd name="adj" fmla="val 1500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7901107" y="3919776"/>
            <a:ext cx="637937" cy="637937"/>
          </a:xfrm>
          <a:prstGeom prst="roundRect">
            <a:avLst>
              <a:gd name="adj" fmla="val 71669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0531" y="4079200"/>
            <a:ext cx="318968" cy="3189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38354" y="395311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Mobile App</a:t>
            </a:r>
            <a:endParaRPr lang="en-US" sz="2050" dirty="0"/>
          </a:p>
        </p:txBody>
      </p:sp>
      <p:sp>
        <p:nvSpPr>
          <p:cNvPr id="24" name="Text 19"/>
          <p:cNvSpPr/>
          <p:nvPr/>
        </p:nvSpPr>
        <p:spPr>
          <a:xfrm>
            <a:off x="8738354" y="4484727"/>
            <a:ext cx="5155406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Launch as an Android or iOS application</a:t>
            </a:r>
            <a:endParaRPr lang="en-US" sz="1650" dirty="0"/>
          </a:p>
        </p:txBody>
      </p:sp>
      <p:sp>
        <p:nvSpPr>
          <p:cNvPr id="25" name="Shape 20"/>
          <p:cNvSpPr/>
          <p:nvPr/>
        </p:nvSpPr>
        <p:spPr>
          <a:xfrm>
            <a:off x="8432721" y="5545217"/>
            <a:ext cx="212646" cy="967383"/>
          </a:xfrm>
          <a:prstGeom prst="roundRect">
            <a:avLst>
              <a:gd name="adj" fmla="val 1500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220075" y="5405557"/>
            <a:ext cx="637937" cy="637937"/>
          </a:xfrm>
          <a:prstGeom prst="roundRect">
            <a:avLst>
              <a:gd name="adj" fmla="val 71669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9500" y="5564981"/>
            <a:ext cx="318968" cy="3189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57323" y="543889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Web Platform</a:t>
            </a:r>
            <a:endParaRPr lang="en-US" sz="2050" dirty="0"/>
          </a:p>
        </p:txBody>
      </p:sp>
      <p:sp>
        <p:nvSpPr>
          <p:cNvPr id="29" name="Text 23"/>
          <p:cNvSpPr/>
          <p:nvPr/>
        </p:nvSpPr>
        <p:spPr>
          <a:xfrm>
            <a:off x="9057323" y="5970508"/>
            <a:ext cx="4836438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 as a full web-based service</a:t>
            </a:r>
            <a:endParaRPr lang="en-US" sz="16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DBBAF74-0E6E-1BE0-2AEF-F0EC66205C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225" y="6041844"/>
            <a:ext cx="1724140" cy="17241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350</Words>
  <Application>Microsoft Office PowerPoint</Application>
  <PresentationFormat>Custom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Alice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ashutoshsrivastav153@gmail.com</cp:lastModifiedBy>
  <cp:revision>2</cp:revision>
  <dcterms:created xsi:type="dcterms:W3CDTF">2026-04-27T18:25:19Z</dcterms:created>
  <dcterms:modified xsi:type="dcterms:W3CDTF">2026-04-27T18:30:34Z</dcterms:modified>
</cp:coreProperties>
</file>